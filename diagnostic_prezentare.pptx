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4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94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36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50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92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70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1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2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24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57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33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48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5071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83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2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39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96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97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11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Diagnostic Medical Simplificat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Profesor: Sabo Cosmin</a:t>
            </a:r>
          </a:p>
          <a:p>
            <a:r>
              <a:t>Student: Puscas David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Scopul aplicației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Estimarea probabilităților pentru diferite boli pe baza simptomelor introduse de utilizator.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Boli analizate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Răceală</a:t>
            </a:r>
          </a:p>
          <a:p>
            <a:r>
              <a:t>Gripă</a:t>
            </a:r>
          </a:p>
          <a:p>
            <a:r>
              <a:t>COVID-19</a:t>
            </a:r>
          </a:p>
          <a:p>
            <a:r>
              <a:t>Alergie</a:t>
            </a:r>
          </a:p>
          <a:p>
            <a:r>
              <a:t>Bronșită</a:t>
            </a:r>
          </a:p>
          <a:p>
            <a:r>
              <a:t>Pneumonie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Fiecare simptom influențează probabilitatea.</a:t>
            </a:r>
          </a:p>
          <a:p>
            <a:r>
              <a:t>Valorile sunt transformate în procente prin normalizare.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Avantaje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Interfață grafică simplă</a:t>
            </a:r>
          </a:p>
          <a:p>
            <a:r>
              <a:t>Rezultate în procente</a:t>
            </a:r>
          </a:p>
          <a:p>
            <a:r>
              <a:t>Mai multe boli analizate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Limitări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 este diagnostic real</a:t>
            </a:r>
          </a:p>
          <a:p>
            <a:r>
              <a:t>Nu folosește date medicale reale</a:t>
            </a:r>
          </a:p>
          <a:p>
            <a:r>
              <a:t>Nu include istoric pacient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</TotalTime>
  <Words>72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Calisto MT</vt:lpstr>
      <vt:lpstr>Wingdings 2</vt:lpstr>
      <vt:lpstr>Slate</vt:lpstr>
      <vt:lpstr>Diagnostic Medical Simplificat</vt:lpstr>
      <vt:lpstr>Scopul aplicației</vt:lpstr>
      <vt:lpstr>Boli analizate</vt:lpstr>
      <vt:lpstr>Metodă</vt:lpstr>
      <vt:lpstr>Avantaje</vt:lpstr>
      <vt:lpstr>Limitări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Puscas</cp:lastModifiedBy>
  <cp:revision>2</cp:revision>
  <dcterms:created xsi:type="dcterms:W3CDTF">2013-01-27T09:14:16Z</dcterms:created>
  <dcterms:modified xsi:type="dcterms:W3CDTF">2026-06-03T12:06:13Z</dcterms:modified>
  <cp:category/>
</cp:coreProperties>
</file>